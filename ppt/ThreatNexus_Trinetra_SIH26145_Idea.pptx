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450CC-895D-42F6-ACF3-38140F524B76}" v="62" dt="2026-09-29T20:46:20.190"/>
    <p1510:client id="{B5A0DCF5-E413-4DE1-9F94-945EAE879D1C}" v="2" dt="2026-09-29T20:42:22.832"/>
    <p1510:client id="{D402E4DA-3CEA-434D-9160-3459DF22ECDF}" v="133" dt="2026-09-29T20:41:49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285757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929" y="1060450"/>
            <a:ext cx="9344478" cy="5425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C2D"/>
                </a:solidFill>
                <a:latin typeface="Calibri"/>
              </a:rPr>
              <a:t>Problem Statement ID – SIH26145</a:t>
            </a:r>
            <a:endParaRPr lang="en-US" dirty="0"/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C2D"/>
                </a:solidFill>
                <a:latin typeface="Calibri"/>
              </a:rPr>
              <a:t>Problem Statement Title – AI-Based Detection of Cyber Threats in Unidirectional IP Traffic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C2D"/>
                </a:solidFill>
                <a:latin typeface="Calibri"/>
              </a:rPr>
              <a:t>Theme – Blockchain &amp; Cybersecurity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C2D"/>
                </a:solidFill>
                <a:latin typeface="Calibri"/>
              </a:rPr>
              <a:t>PS Category – Software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C2D"/>
                </a:solidFill>
                <a:latin typeface="Calibri"/>
              </a:rPr>
              <a:t>Organization – National Technical Research Organisation (NTRO)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C2D"/>
                </a:solidFill>
                <a:latin typeface="Calibri"/>
              </a:rPr>
              <a:t>Team ID – 145428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C2D"/>
                </a:solidFill>
                <a:latin typeface="Calibri"/>
              </a:rPr>
              <a:t>Team Name – ThreatNexus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C2D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C2D"/>
                </a:solidFill>
                <a:latin typeface="Calibri"/>
              </a:rPr>
              <a:t>Product: TRINETRA (त्रिनेत्र)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41C2D"/>
                </a:solidFill>
                <a:latin typeface="Calibri"/>
              </a:rPr>
              <a:t>Passive AI threat detection for data-diode / unidirectional monitoring enclaves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0040" y="1051560"/>
            <a:ext cx="1152144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sz="1300" b="0">
                <a:solidFill>
                  <a:srgbClr val="141C2D"/>
                </a:solidFill>
                <a:latin typeface="Calibri"/>
              </a:rPr>
              <a:t>TRINETRA — streaming AI/ML in a receive-only enclave: labelled alerts + confidence + evidence + forensic ledger (no return path, no decrypt, no inline block).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256032" y="201168"/>
            <a:ext cx="1508760" cy="530352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ThreatNexus</a:t>
            </a:r>
          </a:p>
        </p:txBody>
      </p:sp>
      <p:pic>
        <p:nvPicPr>
          <p:cNvPr id="15364" name="Picture 15363" descr="arch_di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00200"/>
            <a:ext cx="11521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0040" y="1051560"/>
            <a:ext cx="1152144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141C2D"/>
                </a:solidFill>
                <a:latin typeface="Calibri"/>
              </a:rPr>
              <a:t>Ingest → FlowTable → Windowed features → Detectors T-a…T-f → NTRO alert schema → Ed25519 Merkle ledger → SOC dashboard. Prototype in repo.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56032" y="201168"/>
            <a:ext cx="1508760" cy="530352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ThreatNexus</a:t>
            </a:r>
          </a:p>
        </p:txBody>
      </p:sp>
      <p:pic>
        <p:nvPicPr>
          <p:cNvPr id="17412" name="Picture 17411" descr="pipeline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00200"/>
            <a:ext cx="11521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0040" y="1051560"/>
            <a:ext cx="1152144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00" b="0">
                <a:solidFill>
                  <a:srgbClr val="141C2D"/>
                </a:solidFill>
                <a:latin typeface="Calibri"/>
              </a:rPr>
              <a:t>Feasible today as a working Python prototype: signed models, 214 tests, measured throughput — risks mapped to mitigations below.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56032" y="201168"/>
            <a:ext cx="1508760" cy="530352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ThreatNexus</a:t>
            </a:r>
          </a:p>
        </p:txBody>
      </p:sp>
      <p:pic>
        <p:nvPicPr>
          <p:cNvPr id="17412" name="Picture 17411" descr="feasi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00200"/>
            <a:ext cx="1152144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0040" y="1051560"/>
            <a:ext cx="1152144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00" b="0">
                <a:solidFill>
                  <a:srgbClr val="141C2D"/>
                </a:solidFill>
                <a:latin typeface="Calibri"/>
              </a:rPr>
              <a:t>Beneficiary: NTRO / critical-infra SOC analysts monitoring diode-isolated gateway &amp; peering links.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56032" y="201168"/>
            <a:ext cx="1508760" cy="530352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ThreatNexus</a:t>
            </a:r>
          </a:p>
        </p:txBody>
      </p:sp>
      <p:pic>
        <p:nvPicPr>
          <p:cNvPr id="17412" name="Picture 17411" descr="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00200"/>
            <a:ext cx="1152144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00" b="0">
                <a:solidFill>
                  <a:srgbClr val="FFFFFF"/>
                </a:solidFill>
                <a:latin typeface="Calibri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56032" y="201168"/>
            <a:ext cx="1508760" cy="530352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ThreatNexus</a:t>
            </a:r>
          </a:p>
        </p:txBody>
      </p:sp>
      <p:pic>
        <p:nvPicPr>
          <p:cNvPr id="17412" name="Picture 17411" descr="re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43000"/>
            <a:ext cx="1152144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192</cp:revision>
  <dcterms:created xsi:type="dcterms:W3CDTF">2013-12-12T18:46:50Z</dcterms:created>
  <dcterms:modified xsi:type="dcterms:W3CDTF">2026-09-29T21:02:15Z</dcterms:modified>
  <cp:category/>
</cp:coreProperties>
</file>