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5450CC-895D-42F6-ACF3-38140F524B76}" v="62" dt="2026-09-29T20:46:20.190"/>
    <p1510:client id="{B5A0DCF5-E413-4DE1-9F94-945EAE879D1C}" v="2" dt="2026-09-29T20:42:22.832"/>
    <p1510:client id="{D402E4DA-3CEA-434D-9160-3459DF22ECDF}" v="133" dt="2026-09-29T20:41:49.4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285757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8929" y="1060450"/>
            <a:ext cx="9344478" cy="5425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/>
                <a:ea typeface="ＭＳ Ｐゴシック"/>
                <a:cs typeface="Arial"/>
              </a:rPr>
              <a:t>Problem Statement ID – SIH26145</a:t>
            </a:r>
            <a:endParaRPr lang="en-US" sz="2400" b="1">
              <a:solidFill>
                <a:srgbClr val="212529"/>
              </a:solidFill>
              <a:latin typeface="Calibri"/>
              <a:ea typeface="Calibri"/>
              <a:cs typeface="Calibri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/>
                <a:ea typeface="ＭＳ Ｐゴシック"/>
                <a:cs typeface="Arial"/>
              </a:rPr>
              <a:t>Problem Statement Title- </a:t>
            </a:r>
            <a:r>
              <a:rPr lang="en-US" sz="2400" dirty="0">
                <a:latin typeface="Calibri"/>
                <a:ea typeface="Calibri"/>
                <a:cs typeface="Calibri"/>
              </a:rPr>
              <a:t>AI-Based Detection</a:t>
            </a:r>
            <a:endParaRPr lang="en-US" sz="2400">
              <a:latin typeface="Calibri"/>
              <a:ea typeface="Calibri"/>
              <a:cs typeface="Calibri"/>
            </a:endParaRPr>
          </a:p>
          <a:p>
            <a:pPr algn="just">
              <a:lnSpc>
                <a:spcPct val="200000"/>
              </a:lnSpc>
            </a:pPr>
            <a:r>
              <a:rPr lang="en-US" sz="2400" dirty="0">
                <a:latin typeface="Calibri"/>
                <a:ea typeface="Calibri"/>
                <a:cs typeface="Calibri"/>
              </a:rPr>
              <a:t>     of Cyber Threats in Unidirectional IP Traffic</a:t>
            </a:r>
            <a:endParaRPr lang="en-US" sz="2400">
              <a:cs typeface="Calibri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/>
                <a:ea typeface="ＭＳ Ｐゴシック"/>
                <a:cs typeface="Arial"/>
              </a:rPr>
              <a:t>Theme- </a:t>
            </a:r>
            <a:r>
              <a:rPr lang="en-US" sz="2400" dirty="0">
                <a:solidFill>
                  <a:srgbClr val="212529"/>
                </a:solidFill>
                <a:latin typeface="Calibri"/>
                <a:ea typeface="Calibri"/>
                <a:cs typeface="Calibri"/>
              </a:rPr>
              <a:t>Blockchain &amp; Cybersecurity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/>
                <a:ea typeface="ＭＳ Ｐゴシック"/>
                <a:cs typeface="Arial"/>
              </a:rPr>
              <a:t>PS Category- </a:t>
            </a:r>
            <a:r>
              <a:rPr lang="en-US" sz="2400" dirty="0">
                <a:latin typeface="Arial"/>
                <a:ea typeface="ＭＳ Ｐゴシック"/>
                <a:cs typeface="Arial"/>
              </a:rPr>
              <a:t>Software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/>
                <a:ea typeface="ＭＳ Ｐゴシック"/>
                <a:cs typeface="Arial"/>
              </a:rPr>
              <a:t>Team ID- 145428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/>
                <a:ea typeface="ＭＳ Ｐゴシック"/>
                <a:cs typeface="Arial"/>
              </a:rPr>
              <a:t>Team Name (Registered on portal) - </a:t>
            </a:r>
            <a:r>
              <a:rPr lang="en-US" sz="2400" b="1" dirty="0" err="1">
                <a:latin typeface="Arial"/>
                <a:ea typeface="ＭＳ Ｐゴシック"/>
                <a:cs typeface="Arial"/>
              </a:rPr>
              <a:t>ThreatNexus</a:t>
            </a:r>
            <a:endParaRPr lang="en-IN" sz="2400" b="1" dirty="0" err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 err="1">
                <a:ea typeface="Calibri"/>
                <a:cs typeface="Calibri"/>
              </a:rPr>
              <a:t>ThreatNexus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192</cp:revision>
  <dcterms:created xsi:type="dcterms:W3CDTF">2013-12-12T18:46:50Z</dcterms:created>
  <dcterms:modified xsi:type="dcterms:W3CDTF">2026-09-29T21:02:15Z</dcterms:modified>
  <cp:category/>
</cp:coreProperties>
</file>